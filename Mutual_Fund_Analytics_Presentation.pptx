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090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201594"/>
            <a:ext cx="8229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Gummadi Nishitha | Data Analyst Intern, Bluestock Fintech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 robust, automated system to track, analyze, and recommend Mutual Funds.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ETL Pipeline &amp; SQLite Database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EDA &amp; Performance Analytics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5661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Risk Modeling (VaR, Monte Carlo, Portfolio Optimization)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78638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Empowering investors with data-driven decision-making tools.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3" name="Text 1"/>
          <p:cNvSpPr/>
          <p:nvPr/>
        </p:nvSpPr>
        <p:spPr>
          <a:xfrm>
            <a:off x="457199" y="-267285"/>
            <a:ext cx="8743071" cy="12309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Folder Structure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Setup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Structure: Organized for scalability (Data, Notebooks, Scripts, SQL, Dashboard, Reports)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Python 3.x, SQLite, Power BI/Streamlit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Management: Used pathlib.Path and os.path.join for cross-platform compatibility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Implemented .gitignore to prevent sensitive .db files from being committed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D1: Automated ETL Pipeline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Data Refresh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etl_pipeline.py for automated data processing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Strategy: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NAV values for weekends/holidays using ffill() after date reindexing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column names (e.g., AUM_in_Cr) to prevent confusion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try-except blocks to catch API failures or file-reading errors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D2: SQLite Database Schema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Schema Design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Master_Table: Fund details, Category, AUM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NAV_History: Daily prices with foreign key relationships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Integrity: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successfully validated data integrity and consistency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relationships between raw CSVs and final .db file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D3: Exploratory Data Analysis (EDA)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Insights Generated: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distribution of funds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trends across different AMC (Asset Management Companies)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outliers and volatility patterns in small-cap vs. large-cap funds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Seaborn/Matplotlib charts documented in 03_eda_analysis.ipynb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37160"/>
            <a:ext cx="988255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D4: Performance Metrics - The Mathematics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Calculated: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CAGR: Annualized using 252 trading days (Standard Financial Practice) to avoid overestimating returns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Volatility: Standard deviation of daily returns, annualized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Ratio: Calculation of risk-adjusted returns using standard Risk-Free Rate (RFR)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exported to CSV for dashboard consumption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D4: Risk Analytics (Beta &amp; Drawdown)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Measurement Framework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Beta: Measures fund sensitivity against the market benchmark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Drawdown (MDD): Analysis of worst peak-to-trough decline to understand downside risk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exported to CSV for dashboard consumption and analysis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D5: Interactive Dashboard Overview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Specifications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Power BI / Tableau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Interactivity: Every page contains at least 2 functional slicers (Date Range, Fund Category, AMC Name)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Hierarchy: Clean design with high-level KPIs followed by deep-dive charts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D5: Dashboard - The 4 Pages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Structure: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Summary: Total AUM, No. of Funds, Top 5 Performers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Deep-Dive: NAV Growth vs. Benchmark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Profile: Sharpe vs. Beta scatter plots and VaR levels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Tool: Slicer-based comparison of two or more funds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D6: Advanced Analytics (VaR &amp; Cohorts)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Modeling Techniques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Risk (VaR): Implemented to estimate potential loss with 95% confidence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Analysis: Grouped funds by "Launch Year" to see performance over market cycles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Accuracy: Validated through distribution testing in Python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D6: Recommender Logic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Recommendation Engine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Flow: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User Risk Appetite (Low/Med/High)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Sharpe Ratio and Low Drawdown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check to avoid AMC concentration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Top 3 recommended funds for different investor profiles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 &amp; Best Practices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Measures Implemented: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 Hard-coding: Used dynamic paths for cross-platform compatibility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Financial Accuracy: Annualized metrics with 252 trading days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Holiday Handling: Implemented proper ffill logic for missing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Git Best Practices: Database schema shared via .sql, .db excluded from repo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F3A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Learnings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Achievement: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production-ready mutual fund analytics pipeline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is 80% of the 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accuracy (trading days) is non-negotiable in fintech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Diversified Flexi-cap funds showed highest Sharpe Ratio in current market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A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465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507002"/>
            <a:ext cx="8229600" cy="6101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Analytics Capstone Project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740</Words>
  <Application>Microsoft Office PowerPoint</Application>
  <PresentationFormat>On-screen Show (16:9)</PresentationFormat>
  <Paragraphs>102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nishitha gummadi</cp:lastModifiedBy>
  <cp:revision>6</cp:revision>
  <dcterms:created xsi:type="dcterms:W3CDTF">2026-07-10T14:49:05Z</dcterms:created>
  <dcterms:modified xsi:type="dcterms:W3CDTF">2026-07-10T16:28:15Z</dcterms:modified>
</cp:coreProperties>
</file>